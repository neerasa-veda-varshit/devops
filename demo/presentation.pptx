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DevSecOps Final Capstone Project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Enterprise Cloud-Native Application with Automated CI/CD, Terraform EKS, Helm, GitOps &amp; Observability</a:t>
            </a:r>
            <a:br/>
            <a:br/>
            <a:r>
              <a:t>Student: Neerasa Veda Varshit | Enrollment: 24bcs10005 | SST DevOps &amp; Cloud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1. Project Overview &amp; Business Domain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Production-Grade Cloud-Native Full-Stack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72865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 Domain: High-Reliability Enterprise TaskBoard &amp; Incident Tracking SaaS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54680"/>
            <a:ext cx="1072865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 Architecture: Decoupled 3-Tier Microservices (React SPA + FastAPI REST + PostgreSQL)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06240"/>
            <a:ext cx="1072865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 Reliability: 99.9% uptime target with automated Horizontal Pod Autoscaling (HPA) and self-healing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257800"/>
            <a:ext cx="1072865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 Compliance: Shift-left DevSecOps with zero tolerance for High/Critical CVEs and automated audit gates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2. Technology Stack &amp; Toolchain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Best-of-Breed Open Source &amp; Cloud-Native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72865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 Frontend: React 18, Vite, Responsive Tailwind CSS, Nginx Alpine Reverse Proxy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54680"/>
            <a:ext cx="1072865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 Backend: Python 3.12, FastAPI, SQLAlchemy ORM, Alembic Migrations, Pytest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06240"/>
            <a:ext cx="1072865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 Database &amp; Cache: PostgreSQL 16 ACID-compliant relational persistence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257800"/>
            <a:ext cx="1072865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 CI/CD &amp; Security: GitHub Actions, Aqua Security Trivy, Bandit SAST, Pip-Audit SCA, GHCR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09360"/>
            <a:ext cx="1072865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 Cloud &amp; Orchestration: AWS (VPC + EKS), HashiCorp Terraform, Kubernetes, Helm v3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7360920"/>
            <a:ext cx="1072865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 GitOps &amp; Telemetry: ArgoCD GitOps Operator, Prometheus Server, Grafana Dashboards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3. End-to-End System Architecture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Continuous Flow from Git Commit to Production Monitoring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72865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 1. Version Control: Git trunk-based branch workflow with protected main branch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54680"/>
            <a:ext cx="1072865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 2. Automated DevSecOps CI: Test -&gt; SAST -&gt; SCA -&gt; Docker Multi-stage Build -&gt; Trivy -&gt; GHCR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06240"/>
            <a:ext cx="1072865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 3. Cloud Infrastructure: Terraform modular VPC across 2 Availability Zones and managed AWS EKS cluster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257800"/>
            <a:ext cx="1072865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 4. GitOps CD: ArgoCD monitors repository and reconciles Helm chart releases onto EKS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09360"/>
            <a:ext cx="1072865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 5. Telemetry Loop: Prometheus scrapes /metrics endpoint; Grafana visualizes latency &amp; RPS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4. DevSecOps CI/CD Pipeline (GitHub Actions)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Automated Shift-Left Security &amp; Artifact Packaging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72865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 Trigger: Automated push trigger on main branch with path filtering for backend/frontend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54680"/>
            <a:ext cx="1072865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 Quality Gate 1: Automated Pytest suite (7 test cases covering health, CRUD, stats, error handling)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06240"/>
            <a:ext cx="1072865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 Quality Gate 2: Static Analysis (Bandit) &amp; Dependency Vulnerability Scanning (pip-audit)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257800"/>
            <a:ext cx="1072865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 Quality Gate 3: Aqua Security Trivy scans container images; build halts on HIGH/CRITICAL CVEs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09360"/>
            <a:ext cx="1072865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 Immutable Publishing: Multi-stage Docker images pushed to GitHub Container Registry (GHCR) using Git SHA tags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5. Infrastructure as Code (HashiCorp Terraform)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Declarative, Reproducible Cloud Foundation on AWS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72865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 Custom VPC: 10.20.0.0/16 with multi-AZ public and private subnets, Internet Gateway &amp; NAT Gateways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54680"/>
            <a:ext cx="1072865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 Compute Plane: AWS EKS Cluster with managed node groups (t3.medium instances) and IAM OIDC provider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06240"/>
            <a:ext cx="1072865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 State Management: Encrypted remote Terraform state with S3 bucket and DynamoDB state locking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257800"/>
            <a:ext cx="1072865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 Security: Least-privilege IAM roles, security groups isolating database and internal services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09360"/>
            <a:ext cx="1072865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 Clean Teardown: Validated terraform destroy capability to prevent runaway AWS cloud costs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6. Kubernetes Orchestration &amp; Helm Packaging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Declarative Workload Management &amp; Environmental Promotion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72865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 Dedicated Namespace: Isolated production namespace (taskboard) with resource quotas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54680"/>
            <a:ext cx="1072865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 Resilient Deployments: Dual-replica backend and frontend with rolling update deployment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06240"/>
            <a:ext cx="1072865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 Health Probes: Startup (failureThreshold: 30), Liveness (period: 10s), and Readiness (period: 5s) probes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257800"/>
            <a:ext cx="1072865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 Dynamic Storage: PersistentVolumeClaim with automated CSI storage class binding for PostgreSQL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09360"/>
            <a:ext cx="1072865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 Helm Chart: Parameterized values.yaml supporting seamless dev vs prod promotion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7. GitOps Delivery with ArgoCD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Continuous Reconciliation &amp; Self-Healing Workloads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72865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 Single Source of Truth: Git repository defines the exact cluster runtime target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54680"/>
            <a:ext cx="1072865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 Automated Reconciliation: ArgoCD continuously polls Git for manifest revisions and applies updates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06240"/>
            <a:ext cx="1072865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 Drift Detection: Manual cluster edits outside Git are automatically detected and self-healed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257800"/>
            <a:ext cx="1072865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 Zero-Downtime Rollouts: Ingress routing seamlessly switches traffic during version promotions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8. Observability &amp; Telemetry (Prometheus + Grafana)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Full Operational Visibility &amp; Metric Telemetry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72865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 Instrumentation: /metrics endpoint exposed via prometheus-fastapi-instrumentator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54680"/>
            <a:ext cx="1072865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 Scraping: Prometheus ServiceMonitor targets application pods on port 8000 every 15s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06240"/>
            <a:ext cx="1072865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 Golden Signals: Grafana dashboards track Request Rate (RPS), Latency (p95/p99), and HTTP 5xx errors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257800"/>
            <a:ext cx="1072865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 Cluster Health: Node CPU, memory pressure, and Pod restart counters actively monitored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9. Incident Triage, Troubleshooting &amp; Key Learnings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Production Engineering Discipline &amp; Resiliency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72865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 Root-Cause Discipline: Standardized 10-step triage methodology (get -&gt; describe -&gt; logs -&gt; events)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54680"/>
            <a:ext cx="1072865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 Drills Mastered: Successfully isolated and corrected CrashLoopBackOff, ImagePullBackOff, OOMKilled, and CoreDNS failures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06240"/>
            <a:ext cx="1072865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 Security Takeaway: Embedding Trivy into CI prevents vulnerabilities from ever reaching runtime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257800"/>
            <a:ext cx="1072865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 Capstone Outcome: Full cloud-native product delivery with end-to-end automation and high availability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